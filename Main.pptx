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A86FEFA-445E-4D54-9910-52F1B034AF4C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595DC-11D1-48A4-BD17-D74E7578059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6382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6FEFA-445E-4D54-9910-52F1B034AF4C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595DC-11D1-48A4-BD17-D74E75780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982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6FEFA-445E-4D54-9910-52F1B034AF4C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595DC-11D1-48A4-BD17-D74E7578059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122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6FEFA-445E-4D54-9910-52F1B034AF4C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595DC-11D1-48A4-BD17-D74E75780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801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6FEFA-445E-4D54-9910-52F1B034AF4C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595DC-11D1-48A4-BD17-D74E75780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876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6FEFA-445E-4D54-9910-52F1B034AF4C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595DC-11D1-48A4-BD17-D74E75780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926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6FEFA-445E-4D54-9910-52F1B034AF4C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595DC-11D1-48A4-BD17-D74E75780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945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6FEFA-445E-4D54-9910-52F1B034AF4C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595DC-11D1-48A4-BD17-D74E75780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209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6FEFA-445E-4D54-9910-52F1B034AF4C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595DC-11D1-48A4-BD17-D74E7578059D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4306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6FEFA-445E-4D54-9910-52F1B034AF4C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595DC-11D1-48A4-BD17-D74E75780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2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6FEFA-445E-4D54-9910-52F1B034AF4C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595DC-11D1-48A4-BD17-D74E7578059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180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A86FEFA-445E-4D54-9910-52F1B034AF4C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C1595DC-11D1-48A4-BD17-D74E7578059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061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29153-4BDC-FE38-6608-D8AC04B905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Galaxy Shop with React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5CC35B-EBDC-109E-A450-4A2351B7B4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Chris</a:t>
            </a:r>
          </a:p>
        </p:txBody>
      </p:sp>
    </p:spTree>
    <p:extLst>
      <p:ext uri="{BB962C8B-B14F-4D97-AF65-F5344CB8AC3E}">
        <p14:creationId xmlns:p14="http://schemas.microsoft.com/office/powerpoint/2010/main" val="56729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E03E1-DA0E-B3E4-1AC7-401D4DB4E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Main.jsx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0FFAB-FEE0-C117-141C-E8ADF8ABE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Absolutely. This is the </a:t>
            </a:r>
            <a:r>
              <a:rPr lang="en-US" b="1" dirty="0"/>
              <a:t>entry point of a React application</a:t>
            </a:r>
            <a:r>
              <a:rPr lang="en-US" dirty="0"/>
              <a:t>, usually found in main.jsx (or sometimes main.js) in a Vite React project.</a:t>
            </a:r>
          </a:p>
          <a:p>
            <a:r>
              <a:rPr lang="en-US" dirty="0"/>
              <a:t>Its main job is to </a:t>
            </a:r>
            <a:r>
              <a:rPr lang="en-US" b="1" dirty="0"/>
              <a:t>start the React application and wrap &lt;App /&gt; with services that the whole application needs</a:t>
            </a:r>
            <a:r>
              <a:rPr lang="en-US" dirty="0"/>
              <a:t>, such as routing and the shopping cart context.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768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6988D-7080-8C55-3018-F3B2CB6F9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3B41D-CF9A-9ACF-2410-F39E861EA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1. Importing </a:t>
            </a:r>
            <a:r>
              <a:rPr lang="en-US" b="1" dirty="0" err="1"/>
              <a:t>StrictMode</a:t>
            </a:r>
            <a:endParaRPr lang="en-US" b="1" dirty="0"/>
          </a:p>
          <a:p>
            <a:r>
              <a:rPr lang="en-US" dirty="0"/>
              <a:t>import { </a:t>
            </a:r>
            <a:r>
              <a:rPr lang="en-US" dirty="0" err="1"/>
              <a:t>StrictMode</a:t>
            </a:r>
            <a:r>
              <a:rPr lang="en-US" dirty="0"/>
              <a:t> } from 'react'</a:t>
            </a:r>
          </a:p>
          <a:p>
            <a:r>
              <a:rPr lang="en-US" dirty="0" err="1"/>
              <a:t>StrictMode</a:t>
            </a:r>
            <a:r>
              <a:rPr lang="en-US" dirty="0"/>
              <a:t> is a special React component used during development.</a:t>
            </a:r>
          </a:p>
          <a:p>
            <a:r>
              <a:rPr lang="en-US" dirty="0"/>
              <a:t>It helps you detect potential problems in your React code.</a:t>
            </a:r>
          </a:p>
          <a:p>
            <a:r>
              <a:rPr lang="en-US" dirty="0"/>
              <a:t>For example:</a:t>
            </a:r>
          </a:p>
          <a:p>
            <a:r>
              <a:rPr lang="en-US" dirty="0"/>
              <a:t>&lt;</a:t>
            </a:r>
            <a:r>
              <a:rPr lang="en-US" dirty="0" err="1"/>
              <a:t>StrictMode</a:t>
            </a:r>
            <a:r>
              <a:rPr lang="en-US" dirty="0"/>
              <a:t>&gt;</a:t>
            </a:r>
          </a:p>
          <a:p>
            <a:r>
              <a:rPr lang="en-US" dirty="0"/>
              <a:t>   &lt;App /&gt;</a:t>
            </a:r>
          </a:p>
          <a:p>
            <a:r>
              <a:rPr lang="en-US" dirty="0"/>
              <a:t>&lt;/</a:t>
            </a:r>
            <a:r>
              <a:rPr lang="en-US" dirty="0" err="1"/>
              <a:t>StrictMode</a:t>
            </a:r>
            <a:r>
              <a:rPr lang="en-US" dirty="0"/>
              <a:t>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601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929BB-5B05-3FC3-BB54-0DDD391A7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8640"/>
            <a:ext cx="10515600" cy="5628323"/>
          </a:xfrm>
        </p:spPr>
        <p:txBody>
          <a:bodyPr>
            <a:normAutofit/>
          </a:bodyPr>
          <a:lstStyle/>
          <a:p>
            <a:r>
              <a:rPr lang="en-US" dirty="0"/>
              <a:t>It doesn't create anything visible on the webpage.</a:t>
            </a:r>
          </a:p>
          <a:p>
            <a:r>
              <a:rPr lang="en-US" b="1" dirty="0"/>
              <a:t>Think of it as:</a:t>
            </a:r>
          </a:p>
          <a:p>
            <a:r>
              <a:rPr lang="en-US" dirty="0"/>
              <a:t>"React, please check my application carefully and warn me about possible problems."</a:t>
            </a:r>
          </a:p>
          <a:p>
            <a:r>
              <a:rPr lang="en-US" dirty="0"/>
              <a:t>⚠️ One thing beginners often notice is that some functions or effects may appear to run </a:t>
            </a:r>
            <a:r>
              <a:rPr lang="en-US" b="1" dirty="0"/>
              <a:t>twice during development</a:t>
            </a:r>
            <a:r>
              <a:rPr lang="en-US" dirty="0"/>
              <a:t> when using </a:t>
            </a:r>
            <a:r>
              <a:rPr lang="en-US" dirty="0" err="1"/>
              <a:t>StrictMode</a:t>
            </a:r>
            <a:r>
              <a:rPr lang="en-US" dirty="0"/>
              <a:t>. This is intentional and helps detect unsafe side effects. It does </a:t>
            </a:r>
            <a:r>
              <a:rPr lang="en-US" b="1" dirty="0"/>
              <a:t>not</a:t>
            </a:r>
            <a:r>
              <a:rPr lang="en-US" dirty="0"/>
              <a:t> mean your production application will normally execute them twice.</a:t>
            </a:r>
          </a:p>
          <a:p>
            <a:r>
              <a:rPr lang="en-US" b="1" dirty="0"/>
              <a:t>2. Importing </a:t>
            </a:r>
            <a:r>
              <a:rPr lang="en-US" b="1" dirty="0" err="1"/>
              <a:t>createRoot</a:t>
            </a:r>
            <a:endParaRPr lang="en-US" b="1" dirty="0"/>
          </a:p>
          <a:p>
            <a:r>
              <a:rPr lang="en-US" dirty="0"/>
              <a:t>import { </a:t>
            </a:r>
            <a:r>
              <a:rPr lang="en-US" dirty="0" err="1"/>
              <a:t>createRoot</a:t>
            </a:r>
            <a:r>
              <a:rPr lang="en-US" dirty="0"/>
              <a:t> } from 'react-dom/client’</a:t>
            </a:r>
          </a:p>
          <a:p>
            <a:r>
              <a:rPr lang="en-US" b="1" dirty="0" err="1"/>
              <a:t>createRoot</a:t>
            </a:r>
            <a:r>
              <a:rPr lang="en-US" dirty="0"/>
              <a:t> is used to connect React to an HTML element.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374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42DEF-6A38-0AEB-9D41-60CD060E9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5440"/>
            <a:ext cx="10515600" cy="583152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Your index.html normally contains:</a:t>
            </a:r>
          </a:p>
          <a:p>
            <a:r>
              <a:rPr lang="en-US" dirty="0"/>
              <a:t>&lt;div id="root"&gt;&lt;/div&gt;</a:t>
            </a:r>
          </a:p>
          <a:p>
            <a:r>
              <a:rPr lang="en-US" dirty="0"/>
              <a:t>React needs to know:</a:t>
            </a:r>
          </a:p>
          <a:p>
            <a:r>
              <a:rPr lang="en-US" dirty="0"/>
              <a:t>"Where should I put my React application?"</a:t>
            </a:r>
          </a:p>
          <a:p>
            <a:r>
              <a:rPr lang="en-US" dirty="0"/>
              <a:t>That is what </a:t>
            </a:r>
            <a:r>
              <a:rPr lang="en-US" dirty="0" err="1"/>
              <a:t>createRoot</a:t>
            </a:r>
            <a:r>
              <a:rPr lang="en-US" dirty="0"/>
              <a:t>() does.</a:t>
            </a:r>
          </a:p>
          <a:p>
            <a:r>
              <a:rPr lang="en-US" b="1" dirty="0"/>
              <a:t>3. Importing </a:t>
            </a:r>
            <a:r>
              <a:rPr lang="en-US" b="1" dirty="0" err="1"/>
              <a:t>BrowserRouter</a:t>
            </a:r>
            <a:endParaRPr lang="en-US" b="1" dirty="0"/>
          </a:p>
          <a:p>
            <a:r>
              <a:rPr lang="en-US" dirty="0"/>
              <a:t>import { </a:t>
            </a:r>
            <a:r>
              <a:rPr lang="en-US" dirty="0" err="1"/>
              <a:t>BrowserRouter</a:t>
            </a:r>
            <a:r>
              <a:rPr lang="en-US" dirty="0"/>
              <a:t> } from 'react-router-dom'</a:t>
            </a:r>
          </a:p>
          <a:p>
            <a:r>
              <a:rPr lang="en-US" dirty="0" err="1"/>
              <a:t>BrowserRouter</a:t>
            </a:r>
            <a:r>
              <a:rPr lang="en-US" dirty="0"/>
              <a:t> comes from </a:t>
            </a:r>
            <a:r>
              <a:rPr lang="en-US" b="1" dirty="0"/>
              <a:t>React Router</a:t>
            </a:r>
            <a:r>
              <a:rPr lang="en-US" dirty="0"/>
              <a:t>.</a:t>
            </a:r>
          </a:p>
          <a:p>
            <a:r>
              <a:rPr lang="en-US" dirty="0"/>
              <a:t>It enables your React application to use URLs such as:</a:t>
            </a:r>
          </a:p>
          <a:p>
            <a:r>
              <a:rPr lang="en-US" dirty="0"/>
              <a:t>/</a:t>
            </a:r>
          </a:p>
          <a:p>
            <a:r>
              <a:rPr lang="en-US" dirty="0"/>
              <a:t> /products</a:t>
            </a:r>
          </a:p>
          <a:p>
            <a:r>
              <a:rPr lang="en-US" dirty="0"/>
              <a:t> /login</a:t>
            </a:r>
          </a:p>
          <a:p>
            <a:r>
              <a:rPr lang="en-US" dirty="0"/>
              <a:t> /register</a:t>
            </a:r>
          </a:p>
          <a:p>
            <a:r>
              <a:rPr lang="en-US" dirty="0"/>
              <a:t> /cart</a:t>
            </a:r>
          </a:p>
          <a:p>
            <a:r>
              <a:rPr lang="en-US" dirty="0"/>
              <a:t> /users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568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7AA90-536B-507C-30D7-42F7CF084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120" y="494665"/>
            <a:ext cx="10515600" cy="4351338"/>
          </a:xfrm>
        </p:spPr>
        <p:txBody>
          <a:bodyPr/>
          <a:lstStyle/>
          <a:p>
            <a:r>
              <a:rPr lang="en-US" dirty="0"/>
              <a:t>Without </a:t>
            </a:r>
            <a:r>
              <a:rPr lang="en-US" dirty="0" err="1"/>
              <a:t>BrowserRouter</a:t>
            </a:r>
            <a:r>
              <a:rPr lang="en-US" dirty="0"/>
              <a:t>, React Router components such as:</a:t>
            </a:r>
          </a:p>
          <a:p>
            <a:r>
              <a:rPr lang="en-US" dirty="0"/>
              <a:t>&lt;Route /&gt;</a:t>
            </a:r>
          </a:p>
          <a:p>
            <a:r>
              <a:rPr lang="en-US" dirty="0"/>
              <a:t>&lt;Link /&gt;</a:t>
            </a:r>
          </a:p>
          <a:p>
            <a:r>
              <a:rPr lang="en-US" dirty="0"/>
              <a:t>&lt;Routes /&gt;</a:t>
            </a:r>
          </a:p>
          <a:p>
            <a:r>
              <a:rPr lang="en-US" dirty="0"/>
              <a:t>will not work correctly.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907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E4A82-50FC-120B-BA41-C027B0F1D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4. Importing index.css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BCFED-F4B5-970F-9A4E-5D11870D8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import './index.css'</a:t>
            </a:r>
          </a:p>
          <a:p>
            <a:r>
              <a:rPr lang="en-US" dirty="0"/>
              <a:t>This imports your global CSS file.</a:t>
            </a:r>
          </a:p>
          <a:p>
            <a:r>
              <a:rPr lang="en-US" dirty="0"/>
              <a:t>For example, index.css might contain:</a:t>
            </a:r>
          </a:p>
          <a:p>
            <a:r>
              <a:rPr lang="en-US" dirty="0"/>
              <a:t>body {</a:t>
            </a:r>
          </a:p>
          <a:p>
            <a:r>
              <a:rPr lang="en-US" dirty="0"/>
              <a:t>   margin: 0;</a:t>
            </a:r>
          </a:p>
          <a:p>
            <a:r>
              <a:rPr lang="en-US" dirty="0"/>
              <a:t>   font-family: Arial, sans-serif;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Because index.css is imported here, its styles become available throughout your application.</a:t>
            </a:r>
          </a:p>
          <a:p>
            <a:r>
              <a:rPr lang="en-US" dirty="0"/>
              <a:t>If you're using Tailwind CSS, this file may also contain Tailwind-related CSS.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17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78045-4649-7361-F243-5BA6E840B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Importing App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EE101-AEC3-33CF-922C-296B7D369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import App from './App.jsx'</a:t>
            </a:r>
          </a:p>
          <a:p>
            <a:r>
              <a:rPr lang="en-US" dirty="0"/>
              <a:t>This imports your main React component.</a:t>
            </a:r>
          </a:p>
          <a:p>
            <a:r>
              <a:rPr lang="en-US" dirty="0"/>
              <a:t>Usually, App.jsx contains the main structure of your application.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077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95069-7650-5E86-E456-0948B8D0D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835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For example: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1F488-4695-BA75-68C0-23B7D63C1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46529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function App() {</a:t>
            </a:r>
          </a:p>
          <a:p>
            <a:r>
              <a:rPr lang="en-US" dirty="0"/>
              <a:t>   return (</a:t>
            </a:r>
          </a:p>
          <a:p>
            <a:r>
              <a:rPr lang="en-US" dirty="0"/>
              <a:t>      &lt;&gt;</a:t>
            </a:r>
          </a:p>
          <a:p>
            <a:r>
              <a:rPr lang="en-US" dirty="0"/>
              <a:t>         &lt;Navbar /&gt;</a:t>
            </a:r>
          </a:p>
          <a:p>
            <a:r>
              <a:rPr lang="en-US" dirty="0"/>
              <a:t>         &lt;Routes&gt;</a:t>
            </a:r>
          </a:p>
          <a:p>
            <a:r>
              <a:rPr lang="en-US" dirty="0"/>
              <a:t>            ...</a:t>
            </a:r>
          </a:p>
          <a:p>
            <a:r>
              <a:rPr lang="en-US" dirty="0"/>
              <a:t>         &lt;/Routes&gt;</a:t>
            </a:r>
          </a:p>
          <a:p>
            <a:r>
              <a:rPr lang="en-US" dirty="0"/>
              <a:t>         &lt;Footer /&gt;</a:t>
            </a:r>
          </a:p>
          <a:p>
            <a:r>
              <a:rPr lang="en-US" dirty="0"/>
              <a:t>      &lt;/&gt;</a:t>
            </a:r>
          </a:p>
          <a:p>
            <a:r>
              <a:rPr lang="en-US" dirty="0"/>
              <a:t>   )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export default App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105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541C2-2E3F-B4B9-D261-77E507599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995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So the relationship is approximately: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E9654-ADF0-8D95-7665-E48D81A63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main.jsx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 App.jsx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Pages / Components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Home</a:t>
            </a:r>
          </a:p>
          <a:p>
            <a:r>
              <a:rPr lang="en-US" dirty="0"/>
              <a:t>Products</a:t>
            </a:r>
          </a:p>
          <a:p>
            <a:r>
              <a:rPr lang="en-US" dirty="0"/>
              <a:t>Cart</a:t>
            </a:r>
          </a:p>
          <a:p>
            <a:r>
              <a:rPr lang="en-US" dirty="0"/>
              <a:t>Login</a:t>
            </a:r>
          </a:p>
          <a:p>
            <a:r>
              <a:rPr lang="en-US" dirty="0"/>
              <a:t>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68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F1021-5A87-7A87-F2BB-4B2C86C6D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Importing </a:t>
            </a:r>
            <a:r>
              <a:rPr lang="en-US" dirty="0" err="1"/>
              <a:t>CartProvider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B555F-46C4-8DFF-F720-114D96ABA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import { </a:t>
            </a:r>
            <a:r>
              <a:rPr lang="en-US" b="1" dirty="0" err="1"/>
              <a:t>CartProvider</a:t>
            </a:r>
            <a:r>
              <a:rPr lang="en-US" dirty="0"/>
              <a:t> } from </a:t>
            </a:r>
            <a:r>
              <a:rPr lang="en-US" b="1" dirty="0"/>
              <a:t>"./context/</a:t>
            </a:r>
            <a:r>
              <a:rPr lang="en-US" b="1" dirty="0" err="1"/>
              <a:t>CartContext.jsx</a:t>
            </a:r>
            <a:r>
              <a:rPr lang="en-US" dirty="0"/>
              <a:t>";</a:t>
            </a:r>
          </a:p>
          <a:p>
            <a:r>
              <a:rPr lang="en-US" dirty="0"/>
              <a:t>This is particularly important for your shopping application.</a:t>
            </a:r>
          </a:p>
          <a:p>
            <a:r>
              <a:rPr lang="en-US" dirty="0"/>
              <a:t>You created a </a:t>
            </a:r>
            <a:r>
              <a:rPr lang="en-US" b="1" dirty="0" err="1"/>
              <a:t>CartContext.jsx</a:t>
            </a:r>
            <a:r>
              <a:rPr lang="en-US" b="1" dirty="0"/>
              <a:t> </a:t>
            </a:r>
            <a:r>
              <a:rPr lang="en-US" dirty="0"/>
              <a:t>file that probably contains something similar to:</a:t>
            </a:r>
          </a:p>
          <a:p>
            <a:r>
              <a:rPr lang="en-US" b="1" dirty="0"/>
              <a:t>const </a:t>
            </a:r>
            <a:r>
              <a:rPr lang="en-US" b="1" dirty="0" err="1"/>
              <a:t>CartContext</a:t>
            </a:r>
            <a:r>
              <a:rPr lang="en-US" b="1" dirty="0"/>
              <a:t> = </a:t>
            </a:r>
            <a:r>
              <a:rPr lang="en-US" b="1" dirty="0" err="1"/>
              <a:t>createContext</a:t>
            </a:r>
            <a:r>
              <a:rPr lang="en-US" b="1" dirty="0"/>
              <a:t>();</a:t>
            </a:r>
          </a:p>
          <a:p>
            <a:r>
              <a:rPr lang="en-US" dirty="0"/>
              <a:t>and:</a:t>
            </a:r>
          </a:p>
          <a:p>
            <a:r>
              <a:rPr lang="en-US" b="1" dirty="0"/>
              <a:t>export function </a:t>
            </a:r>
            <a:r>
              <a:rPr lang="en-US" b="1" dirty="0" err="1"/>
              <a:t>CartProvider</a:t>
            </a:r>
            <a:r>
              <a:rPr lang="en-US" b="1" dirty="0"/>
              <a:t>({ children }) {</a:t>
            </a:r>
          </a:p>
          <a:p>
            <a:r>
              <a:rPr lang="en-US" b="1" dirty="0"/>
              <a:t>   ...</a:t>
            </a:r>
          </a:p>
          <a:p>
            <a:r>
              <a:rPr lang="en-US" b="1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075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AB622-FCCF-A835-A64C-661A91E65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6560"/>
            <a:ext cx="10515600" cy="5760403"/>
          </a:xfrm>
        </p:spPr>
        <p:txBody>
          <a:bodyPr>
            <a:normAutofit fontScale="55000" lnSpcReduction="20000"/>
          </a:bodyPr>
          <a:lstStyle/>
          <a:p>
            <a:r>
              <a:rPr lang="en-US" dirty="0" err="1"/>
              <a:t>CartProvider</a:t>
            </a:r>
            <a:r>
              <a:rPr lang="en-US" dirty="0"/>
              <a:t> allows different components in your application to access the same shopping cart.</a:t>
            </a:r>
          </a:p>
          <a:p>
            <a:r>
              <a:rPr lang="en-US" dirty="0"/>
              <a:t>For example:</a:t>
            </a:r>
          </a:p>
          <a:p>
            <a:r>
              <a:rPr lang="en-US" dirty="0"/>
              <a:t>Navbar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Cart count</a:t>
            </a:r>
          </a:p>
          <a:p>
            <a:endParaRPr lang="en-US" dirty="0"/>
          </a:p>
          <a:p>
            <a:r>
              <a:rPr lang="en-US" dirty="0"/>
              <a:t>Products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Add product to cart</a:t>
            </a:r>
          </a:p>
          <a:p>
            <a:endParaRPr lang="en-US" dirty="0"/>
          </a:p>
          <a:p>
            <a:r>
              <a:rPr lang="en-US" dirty="0"/>
              <a:t>Cart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Display products</a:t>
            </a:r>
          </a:p>
          <a:p>
            <a:endParaRPr lang="en-US" dirty="0"/>
          </a:p>
          <a:p>
            <a:r>
              <a:rPr lang="en-US" dirty="0"/>
              <a:t>Checkout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Use cart information</a:t>
            </a:r>
          </a:p>
          <a:p>
            <a:r>
              <a:rPr lang="en-US" dirty="0"/>
              <a:t>Instead of passing the cart manually through many components using props, you can use </a:t>
            </a:r>
            <a:r>
              <a:rPr lang="en-US" b="1" dirty="0"/>
              <a:t>Context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832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038AF-7CBE-A7C4-C256-9E1D52C28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7. The </a:t>
            </a:r>
            <a:r>
              <a:rPr lang="en-US" dirty="0" err="1"/>
              <a:t>createRoot</a:t>
            </a:r>
            <a:r>
              <a:rPr lang="en-US" dirty="0"/>
              <a:t>() 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3D424-27E2-5593-0A5A-0D9FF02BF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we reach the most important part:</a:t>
            </a:r>
          </a:p>
          <a:p>
            <a:r>
              <a:rPr lang="en-US" dirty="0" err="1"/>
              <a:t>createRoot</a:t>
            </a:r>
            <a:r>
              <a:rPr lang="en-US" dirty="0"/>
              <a:t>(document.getElementById('root')).render(</a:t>
            </a:r>
          </a:p>
          <a:p>
            <a:r>
              <a:rPr lang="en-US" dirty="0"/>
              <a:t>Let's break it down.</a:t>
            </a:r>
          </a:p>
          <a:p>
            <a:r>
              <a:rPr lang="en-US" b="1" dirty="0"/>
              <a:t>document.getElementById('root')</a:t>
            </a:r>
          </a:p>
          <a:p>
            <a:r>
              <a:rPr lang="en-US" dirty="0"/>
              <a:t>JavaScript looks for:</a:t>
            </a:r>
          </a:p>
          <a:p>
            <a:r>
              <a:rPr lang="en-US" dirty="0"/>
              <a:t>&lt;div id="root"&gt;&lt;/div&gt;</a:t>
            </a:r>
          </a:p>
          <a:p>
            <a:r>
              <a:rPr lang="en-US" dirty="0"/>
              <a:t>inside your index.html.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008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1C264-B9CA-6B80-0F35-E34ABFE95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7360"/>
            <a:ext cx="10515600" cy="5709603"/>
          </a:xfrm>
        </p:spPr>
        <p:txBody>
          <a:bodyPr>
            <a:normAutofit/>
          </a:bodyPr>
          <a:lstStyle/>
          <a:p>
            <a:r>
              <a:rPr lang="en-US" dirty="0"/>
              <a:t>So:</a:t>
            </a:r>
          </a:p>
          <a:p>
            <a:r>
              <a:rPr lang="en-US" dirty="0"/>
              <a:t>document.getElementById('root')</a:t>
            </a:r>
          </a:p>
          <a:p>
            <a:r>
              <a:rPr lang="en-US" dirty="0"/>
              <a:t>means:</a:t>
            </a:r>
          </a:p>
          <a:p>
            <a:r>
              <a:rPr lang="en-US" dirty="0"/>
              <a:t>Find the HTML element whose ID is root.</a:t>
            </a:r>
          </a:p>
          <a:p>
            <a:r>
              <a:rPr lang="en-US" b="1" dirty="0" err="1"/>
              <a:t>createRoot</a:t>
            </a:r>
            <a:r>
              <a:rPr lang="en-US" b="1" dirty="0"/>
              <a:t>(...)</a:t>
            </a:r>
          </a:p>
          <a:p>
            <a:r>
              <a:rPr lang="en-US" dirty="0"/>
              <a:t>React takes that HTML element and creates a React root.</a:t>
            </a:r>
          </a:p>
          <a:p>
            <a:r>
              <a:rPr lang="en-US" dirty="0"/>
              <a:t>Conceptually:</a:t>
            </a:r>
          </a:p>
          <a:p>
            <a:r>
              <a:rPr lang="en-US" dirty="0"/>
              <a:t>HTML</a:t>
            </a:r>
          </a:p>
          <a:p>
            <a:r>
              <a:rPr lang="en-US" dirty="0"/>
              <a:t>  ↓</a:t>
            </a:r>
          </a:p>
          <a:p>
            <a:r>
              <a:rPr lang="en-US" dirty="0"/>
              <a:t>&lt;div id="root"&gt;</a:t>
            </a:r>
          </a:p>
          <a:p>
            <a:r>
              <a:rPr lang="en-US" dirty="0"/>
              <a:t>  ↓</a:t>
            </a:r>
          </a:p>
          <a:p>
            <a:r>
              <a:rPr lang="en-US" dirty="0"/>
              <a:t>React Root</a:t>
            </a: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4022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07247-3331-858E-C392-253FB165D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0880"/>
            <a:ext cx="10515600" cy="5486083"/>
          </a:xfrm>
        </p:spPr>
        <p:txBody>
          <a:bodyPr/>
          <a:lstStyle/>
          <a:p>
            <a:r>
              <a:rPr lang="en-US" b="1" dirty="0"/>
              <a:t>.render(...)</a:t>
            </a:r>
          </a:p>
          <a:p>
            <a:r>
              <a:rPr lang="en-US" dirty="0"/>
              <a:t>Then:</a:t>
            </a:r>
          </a:p>
          <a:p>
            <a:r>
              <a:rPr lang="en-US" dirty="0"/>
              <a:t>.render(...)</a:t>
            </a:r>
          </a:p>
          <a:p>
            <a:r>
              <a:rPr lang="en-US" dirty="0"/>
              <a:t>means:</a:t>
            </a:r>
          </a:p>
          <a:p>
            <a:r>
              <a:rPr lang="en-US" dirty="0"/>
              <a:t>Put this React application inside the root element.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698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9BF4E-241A-CC63-59EB-3264D17A8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&lt;</a:t>
            </a:r>
            <a:r>
              <a:rPr lang="en-US" dirty="0" err="1"/>
              <a:t>StrictMode</a:t>
            </a:r>
            <a:r>
              <a:rPr lang="en-US" dirty="0"/>
              <a:t>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387BE-6374-AD34-7DF9-94E325C22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</a:t>
            </a:r>
            <a:r>
              <a:rPr lang="en-US" dirty="0" err="1"/>
              <a:t>StrictMode</a:t>
            </a:r>
            <a:r>
              <a:rPr lang="en-US" dirty="0"/>
              <a:t>&gt;</a:t>
            </a:r>
          </a:p>
          <a:p>
            <a:r>
              <a:rPr lang="en-US" dirty="0"/>
              <a:t>Everything inside this component is checked by React during development.</a:t>
            </a:r>
          </a:p>
          <a:p>
            <a:r>
              <a:rPr lang="en-US" dirty="0"/>
              <a:t>Your application is therefore:</a:t>
            </a:r>
          </a:p>
          <a:p>
            <a:r>
              <a:rPr lang="en-US" dirty="0"/>
              <a:t>&lt;</a:t>
            </a:r>
            <a:r>
              <a:rPr lang="en-US" dirty="0" err="1"/>
              <a:t>StrictMode</a:t>
            </a:r>
            <a:r>
              <a:rPr lang="en-US" dirty="0"/>
              <a:t>&gt;</a:t>
            </a:r>
          </a:p>
          <a:p>
            <a:r>
              <a:rPr lang="en-US" dirty="0"/>
              <a:t>   ...</a:t>
            </a:r>
          </a:p>
          <a:p>
            <a:r>
              <a:rPr lang="en-US" dirty="0"/>
              <a:t>&lt;/</a:t>
            </a:r>
            <a:r>
              <a:rPr lang="en-US" dirty="0" err="1"/>
              <a:t>StrictMode</a:t>
            </a:r>
            <a:r>
              <a:rPr lang="en-US" dirty="0"/>
              <a:t>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2220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F6F08-E875-B1BA-A199-9722541F9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 &lt;</a:t>
            </a:r>
            <a:r>
              <a:rPr lang="en-US" dirty="0" err="1"/>
              <a:t>BrowserRouter</a:t>
            </a:r>
            <a:r>
              <a:rPr lang="en-US" dirty="0"/>
              <a:t>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3F1A0-3F3C-EBA6-1E88-9D98B82FC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Inside </a:t>
            </a:r>
            <a:r>
              <a:rPr lang="en-US" dirty="0" err="1"/>
              <a:t>StrictMode</a:t>
            </a:r>
            <a:r>
              <a:rPr lang="en-US" dirty="0"/>
              <a:t> you have:</a:t>
            </a:r>
          </a:p>
          <a:p>
            <a:r>
              <a:rPr lang="en-US" dirty="0"/>
              <a:t>&lt;</a:t>
            </a:r>
            <a:r>
              <a:rPr lang="en-US" dirty="0" err="1"/>
              <a:t>BrowserRouter</a:t>
            </a:r>
            <a:r>
              <a:rPr lang="en-US" dirty="0"/>
              <a:t>&gt;</a:t>
            </a:r>
          </a:p>
          <a:p>
            <a:r>
              <a:rPr lang="en-US" dirty="0"/>
              <a:t>This means the whole application has access to React Router.</a:t>
            </a:r>
          </a:p>
          <a:p>
            <a:r>
              <a:rPr lang="en-US" dirty="0"/>
              <a:t>So:</a:t>
            </a:r>
          </a:p>
          <a:p>
            <a:r>
              <a:rPr lang="en-US" dirty="0" err="1"/>
              <a:t>StrictMode</a:t>
            </a:r>
            <a:endParaRPr lang="en-US" dirty="0"/>
          </a:p>
          <a:p>
            <a:r>
              <a:rPr lang="en-US" dirty="0"/>
              <a:t>   │</a:t>
            </a:r>
          </a:p>
          <a:p>
            <a:r>
              <a:rPr lang="en-US" dirty="0"/>
              <a:t>   └── </a:t>
            </a:r>
            <a:r>
              <a:rPr lang="en-US" dirty="0" err="1"/>
              <a:t>BrowserRouter</a:t>
            </a:r>
            <a:endParaRPr lang="en-US" dirty="0"/>
          </a:p>
          <a:p>
            <a:r>
              <a:rPr lang="en-US" dirty="0"/>
              <a:t>Any component inside </a:t>
            </a:r>
            <a:r>
              <a:rPr lang="en-US" dirty="0" err="1"/>
              <a:t>BrowserRouter</a:t>
            </a:r>
            <a:r>
              <a:rPr lang="en-US" dirty="0"/>
              <a:t> can use things like:</a:t>
            </a:r>
          </a:p>
          <a:p>
            <a:r>
              <a:rPr lang="en-US" dirty="0" err="1"/>
              <a:t>useNavigate</a:t>
            </a:r>
            <a:r>
              <a:rPr lang="en-US" dirty="0"/>
              <a:t>() </a:t>
            </a:r>
            <a:r>
              <a:rPr lang="en-US" dirty="0" err="1"/>
              <a:t>useLocation</a:t>
            </a:r>
            <a:r>
              <a:rPr lang="en-US" dirty="0"/>
              <a:t>() Link Routes Route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771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E2043-AF38-6F84-659F-C0642DEF0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 &lt;</a:t>
            </a:r>
            <a:r>
              <a:rPr lang="en-US" dirty="0" err="1"/>
              <a:t>CartProvider</a:t>
            </a:r>
            <a:r>
              <a:rPr lang="en-US" dirty="0"/>
              <a:t>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33DFD-0F14-E158-355E-5F5420190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Inside </a:t>
            </a:r>
            <a:r>
              <a:rPr lang="en-US" dirty="0" err="1"/>
              <a:t>BrowserRouter</a:t>
            </a:r>
            <a:r>
              <a:rPr lang="en-US" dirty="0"/>
              <a:t>:</a:t>
            </a:r>
          </a:p>
          <a:p>
            <a:r>
              <a:rPr lang="en-US" dirty="0"/>
              <a:t>&lt;</a:t>
            </a:r>
            <a:r>
              <a:rPr lang="en-US" dirty="0" err="1"/>
              <a:t>CartProvider</a:t>
            </a:r>
            <a:r>
              <a:rPr lang="en-US" dirty="0"/>
              <a:t>&gt;</a:t>
            </a:r>
          </a:p>
          <a:p>
            <a:r>
              <a:rPr lang="en-US" dirty="0"/>
              <a:t>This provides the shopping cart context to everything inside it.</a:t>
            </a:r>
          </a:p>
          <a:p>
            <a:r>
              <a:rPr lang="en-US" dirty="0"/>
              <a:t>So:</a:t>
            </a:r>
          </a:p>
          <a:p>
            <a:r>
              <a:rPr lang="en-US" dirty="0" err="1"/>
              <a:t>CartProvider</a:t>
            </a:r>
            <a:endParaRPr lang="en-US" dirty="0"/>
          </a:p>
          <a:p>
            <a:r>
              <a:rPr lang="en-US" dirty="0"/>
              <a:t>     ↓</a:t>
            </a:r>
          </a:p>
          <a:p>
            <a:r>
              <a:rPr lang="en-US" dirty="0"/>
              <a:t>    App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7657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092FE-E4C6-DB48-8BBA-14CC9925E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77545"/>
            <a:ext cx="10515600" cy="4351338"/>
          </a:xfrm>
        </p:spPr>
        <p:txBody>
          <a:bodyPr/>
          <a:lstStyle/>
          <a:p>
            <a:r>
              <a:rPr lang="en-US" dirty="0"/>
              <a:t>Any component inside &lt;</a:t>
            </a:r>
            <a:r>
              <a:rPr lang="en-US" dirty="0" err="1"/>
              <a:t>CartProvider</a:t>
            </a:r>
            <a:r>
              <a:rPr lang="en-US" dirty="0"/>
              <a:t>&gt; can access the cart using:</a:t>
            </a:r>
          </a:p>
          <a:p>
            <a:r>
              <a:rPr lang="en-US" dirty="0"/>
              <a:t>useContext(</a:t>
            </a:r>
            <a:r>
              <a:rPr lang="en-US" dirty="0" err="1"/>
              <a:t>CartContext</a:t>
            </a:r>
            <a:r>
              <a:rPr lang="en-US" dirty="0"/>
              <a:t>)</a:t>
            </a:r>
          </a:p>
          <a:p>
            <a:r>
              <a:rPr lang="en-US" dirty="0"/>
              <a:t>or, if you created a custom hook:</a:t>
            </a:r>
          </a:p>
          <a:p>
            <a:r>
              <a:rPr lang="en-US" dirty="0" err="1"/>
              <a:t>useCart</a:t>
            </a:r>
            <a:r>
              <a:rPr lang="en-US" dirty="0"/>
              <a:t>()</a:t>
            </a:r>
          </a:p>
          <a:p>
            <a:r>
              <a:rPr lang="en-US" dirty="0"/>
              <a:t>For example:</a:t>
            </a:r>
          </a:p>
          <a:p>
            <a:r>
              <a:rPr lang="en-US" dirty="0"/>
              <a:t>const { cart, </a:t>
            </a:r>
            <a:r>
              <a:rPr lang="en-US" dirty="0" err="1"/>
              <a:t>addToCart</a:t>
            </a:r>
            <a:r>
              <a:rPr lang="en-US" dirty="0"/>
              <a:t> } = </a:t>
            </a:r>
            <a:r>
              <a:rPr lang="en-US" dirty="0" err="1"/>
              <a:t>useCart</a:t>
            </a:r>
            <a:r>
              <a:rPr lang="en-US" dirty="0"/>
              <a:t>();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502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16</TotalTime>
  <Words>876</Words>
  <Application>Microsoft Office PowerPoint</Application>
  <PresentationFormat>Widescreen</PresentationFormat>
  <Paragraphs>163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Tw Cen MT</vt:lpstr>
      <vt:lpstr>Tw Cen MT Condensed</vt:lpstr>
      <vt:lpstr>Wingdings 3</vt:lpstr>
      <vt:lpstr>Integral</vt:lpstr>
      <vt:lpstr>Galaxy Shop with React</vt:lpstr>
      <vt:lpstr>Main.jsx</vt:lpstr>
      <vt:lpstr>Imports</vt:lpstr>
      <vt:lpstr>PowerPoint Presentation</vt:lpstr>
      <vt:lpstr>PowerPoint Presentation</vt:lpstr>
      <vt:lpstr>PowerPoint Presentation</vt:lpstr>
      <vt:lpstr>4. Importing index.css </vt:lpstr>
      <vt:lpstr>5. Importing App </vt:lpstr>
      <vt:lpstr> For example: </vt:lpstr>
      <vt:lpstr> So the relationship is approximately: </vt:lpstr>
      <vt:lpstr>6. Importing CartProvider</vt:lpstr>
      <vt:lpstr>PowerPoint Presentation</vt:lpstr>
      <vt:lpstr>7. The createRoot() line</vt:lpstr>
      <vt:lpstr>PowerPoint Presentation</vt:lpstr>
      <vt:lpstr>PowerPoint Presentation</vt:lpstr>
      <vt:lpstr>8. &lt;StrictMode&gt;</vt:lpstr>
      <vt:lpstr>9. &lt;BrowserRouter&gt;</vt:lpstr>
      <vt:lpstr>10. &lt;CartProvider&gt;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HUMURE</dc:creator>
  <cp:lastModifiedBy>HUMURE</cp:lastModifiedBy>
  <cp:revision>4</cp:revision>
  <dcterms:created xsi:type="dcterms:W3CDTF">2026-08-12T14:42:39Z</dcterms:created>
  <dcterms:modified xsi:type="dcterms:W3CDTF">2026-08-12T15:32:58Z</dcterms:modified>
</cp:coreProperties>
</file>